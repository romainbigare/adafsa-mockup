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summary
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Cereals and fodder
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Open field crops
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Fallow land
Land that can be farmed, in three states: under cultivation, resting less than a year and waiting for a crop, and resting more than a year and not being used. Six quarters, stacked, with the year-on-year movement beside it. (Module 1: fallow land detection.)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 count
Counts the trees: the total, date palms, fruit trees, forest trees, and how many palm varieties were found. The map counts farms until you zoom into one, and then draws every tree in the colour of its variety. (Module 2: tree location, count, species and variety.)
The smaller shot beside it is the same screen zoomed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Canopy health
The canopy health index, read from the satellite and scored for each farm: the average for palms, the average for fruit trees, farms with stressed trees, and farms in the lowest band. Zoom in and the map reads the index closer in.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year by year over three years, following whichever group is selected. Beside it, the three varieties that grew most and the three that shrank most in the last twelve months. The table lists varieties, not farms. (Module 2: annual change detection.)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82%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21</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0.0.3</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 summary</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Cereals and fodder</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Open field crops</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C4</a:t>
            </a:r>
            <a:endParaRPr lang="en-US" sz="850" dirty="0"/>
          </a:p>
        </p:txBody>
      </p:sp>
      <p:sp>
        <p:nvSpPr>
          <p:cNvPr id="18" name="Text 16"/>
          <p:cNvSpPr/>
          <p:nvPr/>
        </p:nvSpPr>
        <p:spPr>
          <a:xfrm>
            <a:off x="96926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9" name="Text 17"/>
          <p:cNvSpPr/>
          <p:nvPr/>
        </p:nvSpPr>
        <p:spPr>
          <a:xfrm>
            <a:off x="311200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0" name="Text 18"/>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21" name="Text 19"/>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22" name="Text 20"/>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count</a:t>
            </a:r>
            <a:endParaRPr lang="en-US" sz="850" dirty="0"/>
          </a:p>
        </p:txBody>
      </p:sp>
      <p:sp>
        <p:nvSpPr>
          <p:cNvPr id="23" name="Text 21"/>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5" name="Text 23"/>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Canopy health</a:t>
            </a:r>
            <a:endParaRPr lang="en-US" sz="850" dirty="0"/>
          </a:p>
        </p:txBody>
      </p:sp>
      <p:sp>
        <p:nvSpPr>
          <p:cNvPr id="26" name="Text 24"/>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8" name="Text 26"/>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9" name="Text 27"/>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0" name="Text 28"/>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31" name="Text 29"/>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32" name="Text 30"/>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3" name="Text 31"/>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5" name="Text 33"/>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6" name="Text 34"/>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8" name="Text 36"/>
          <p:cNvSpPr/>
          <p:nvPr/>
        </p:nvSpPr>
        <p:spPr>
          <a:xfrm>
            <a:off x="429158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9" name="Text 37"/>
          <p:cNvSpPr/>
          <p:nvPr/>
        </p:nvSpPr>
        <p:spPr>
          <a:xfrm>
            <a:off x="643432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0" name="Text 38"/>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41" name="Text 39"/>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42" name="Text 40"/>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3" name="Text 41"/>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5" name="Text 43"/>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6" name="Text 44"/>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7" name="Text 45"/>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8" name="Text 46"/>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9" name="Text 47"/>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50" name="Text 48"/>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52" name="Text 50"/>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3" name="Text 51"/>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4" name="Text 52"/>
          <p:cNvSpPr/>
          <p:nvPr/>
        </p:nvSpPr>
        <p:spPr>
          <a:xfrm>
            <a:off x="721156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5" name="Text 53"/>
          <p:cNvSpPr/>
          <p:nvPr/>
        </p:nvSpPr>
        <p:spPr>
          <a:xfrm>
            <a:off x="721156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6" name="Text 54"/>
          <p:cNvSpPr/>
          <p:nvPr/>
        </p:nvSpPr>
        <p:spPr>
          <a:xfrm>
            <a:off x="761390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7" name="Text 55"/>
          <p:cNvSpPr/>
          <p:nvPr/>
        </p:nvSpPr>
        <p:spPr>
          <a:xfrm>
            <a:off x="975664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9" name="Text 57"/>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60" name="Text 58"/>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1" name="Text 59"/>
          <p:cNvSpPr/>
          <p:nvPr/>
        </p:nvSpPr>
        <p:spPr>
          <a:xfrm>
            <a:off x="7211568" y="325069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62" name="Text 60"/>
          <p:cNvSpPr/>
          <p:nvPr/>
        </p:nvSpPr>
        <p:spPr>
          <a:xfrm>
            <a:off x="7211568" y="342900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3" name="Text 61"/>
          <p:cNvSpPr/>
          <p:nvPr/>
        </p:nvSpPr>
        <p:spPr>
          <a:xfrm>
            <a:off x="7613904" y="342900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4" name="Text 62"/>
          <p:cNvSpPr/>
          <p:nvPr/>
        </p:nvSpPr>
        <p:spPr>
          <a:xfrm>
            <a:off x="9756648" y="342900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364388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6" name="Text 64"/>
          <p:cNvSpPr/>
          <p:nvPr/>
        </p:nvSpPr>
        <p:spPr>
          <a:xfrm>
            <a:off x="7613904" y="364388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7" name="Text 65"/>
          <p:cNvSpPr/>
          <p:nvPr/>
        </p:nvSpPr>
        <p:spPr>
          <a:xfrm>
            <a:off x="9756648" y="364388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385876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9" name="Text 67"/>
          <p:cNvSpPr/>
          <p:nvPr/>
        </p:nvSpPr>
        <p:spPr>
          <a:xfrm>
            <a:off x="7613904" y="385876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70" name="Text 68"/>
          <p:cNvSpPr/>
          <p:nvPr/>
        </p:nvSpPr>
        <p:spPr>
          <a:xfrm>
            <a:off x="9756648" y="385876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1" name="Text 69"/>
          <p:cNvSpPr/>
          <p:nvPr/>
        </p:nvSpPr>
        <p:spPr>
          <a:xfrm>
            <a:off x="7211568" y="411022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72" name="Text 70"/>
          <p:cNvSpPr/>
          <p:nvPr/>
        </p:nvSpPr>
        <p:spPr>
          <a:xfrm>
            <a:off x="7211568" y="428853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3" name="Text 71"/>
          <p:cNvSpPr/>
          <p:nvPr/>
        </p:nvSpPr>
        <p:spPr>
          <a:xfrm>
            <a:off x="7613904" y="428853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4" name="Text 72"/>
          <p:cNvSpPr/>
          <p:nvPr/>
        </p:nvSpPr>
        <p:spPr>
          <a:xfrm>
            <a:off x="9756648" y="428853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33</a:t>
            </a:r>
            <a:endParaRPr lang="en-US" sz="850" dirty="0"/>
          </a:p>
        </p:txBody>
      </p:sp>
      <p:sp>
        <p:nvSpPr>
          <p:cNvPr id="75" name="Text 7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6" name="Text 7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4 screens  ·  C1 · C2 · C3 · C4</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 summary</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Cereals and fodder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Open field crops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C4</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in three states: under cultivation, resting less than a year and waiting for a crop, and resting more than a year and not being used. Six quarters, stacked, with the year-on-year movement beside it. (Module 1: fallow land detection.)</a:t>
            </a:r>
            <a:endParaRPr lang="en-US" sz="1050" dirty="0"/>
          </a:p>
        </p:txBody>
      </p:sp>
      <p:pic>
        <p:nvPicPr>
          <p:cNvPr id="5" name="Image 0" descr="/home/user/adafsa-mockup/.deck-work/C4.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4-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count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The map counts farms until you zoom into one, and then draws every tree in the colour of its variety.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ZOOMED IN</a:t>
            </a:r>
            <a:endParaRPr lang="en-US" sz="800" dirty="0"/>
          </a:p>
        </p:txBody>
      </p:sp>
      <p:pic>
        <p:nvPicPr>
          <p:cNvPr id="7" name="Image 1" descr="/home/user/adafsa-mockup/.deck-work/T1-inset.jpg">    </p:cNvPr>
          <p:cNvPicPr>
            <a:picLocks noChangeAspect="1"/>
          </p:cNvPicPr>
          <p:nvPr/>
        </p:nvPicPr>
        <p:blipFill>
          <a:blip r:embed="rId2"/>
          <a:stretch>
            <a:fillRect/>
          </a:stretch>
        </p:blipFill>
        <p:spPr>
          <a:xfrm>
            <a:off x="7758044" y="2088764"/>
            <a:ext cx="2397008" cy="1652153"/>
          </a:xfrm>
          <a:prstGeom prst="rect">
            <a:avLst/>
          </a:prstGeom>
        </p:spPr>
      </p:pic>
      <p:sp>
        <p:nvSpPr>
          <p:cNvPr id="9"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0"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Canopy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canopy health index, read from the satellite and scored for each farm: the average for palms, the average for fruit trees, farms with stressed trees, and farms in the lowest band. Zoom in and the map reads the index closer in.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year by year over three years, following whichever group is selected. Beside it, the three varieties that grew most and the three that shrank most in the last twelve months. The table lists varieties, not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80%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2026-09-08T09:59:50Z</dcterms:created>
  <dcterms:modified xsi:type="dcterms:W3CDTF">2026-09-08T09:59:50Z</dcterms:modified>
</cp:coreProperties>
</file>