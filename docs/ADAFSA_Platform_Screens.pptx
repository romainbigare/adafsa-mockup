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landing page, and an inventory rather than a verdict. A ministry tracks production capacity; whether one farm is struggling is a local question and belongs at farm level. Count bubbles, no scoring, and the two distribution tables already shown to ADAFSA from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What is growing and on how much land. The map colours each farm by the crop group covering most of it; the two tables underneath open from a group down to the individual crop.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What moved since the comparison quarter. Gains and losses are reported apart from each other, and the four tabs answer the question the page exists for: who started, who stopped, who grew and who shrank.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Land that has fallen out of production. The figure that matters operationally is the last one — farms planting less than before, because that is what generates a message to the farmer.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Date palms, fruit trees and forest stands. The largest module by contract share, and the one to show first. Species and varieties break down underneath the map.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Tree health scored per farm rather than per tree. The holdings here are small, share one water source and are managed as a unit, so the farm is the cluster. One score for palms, one for fruit trees.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planted and trees removed, as numbers. No map — the review was explicit that this question needs hard data, and the table names the farms instead.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The standing inventory of how ground is used. Zoom in and the map draws the real parcel outlines; before that each holding is a dot coloured by the class covering most of it.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land. Tier 2 — the type of each structure — is what the survey delivers and what the October rollout targets. The page says plainly that tier 3 is not available yet.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Structures appearing and disappearing. Formally a second-version item, built now so the alert is wired the day two quarters of history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How efficiently each farm irrigates, measured against its own province rather than the emirate. The table answers the question as it was asked: every farm in Al Ain flagged for attention.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Whether scores are moving. A trend line and hard numbers, and deliberately no map — a map of who improved was considered and rejected as confusing.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What each farm is allowed this month and what it actually used. The over-allocation flag is raised against the month, never the season: by the time a season closes there is nothing left to do about it.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What a crop costs the emirate in water over a full growing season, and what it returns. Cubic metres per kilo is the number worth quoting in a policy conversation.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Expected production by crop, the average yield, and how many farms sit below it. No map here either — it was dropped in review and can come back if ADAFSA asks.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The curve comes from each holding planting on its own schedule, which is why it rises and falls rather than switching on and off.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Every farm, searchable by number or owner and sortable on any column. Paged, because the survey holds five hundred and the emirate holds tens of thousands.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Page one of two for a farm: what it grows, its trees, its structures, its efficiency score and its water. What is absent matters as much — no weather, no soil moisture, no scheduler. Those belong in the farmer’s own application.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Page two: every finding stated as something to do rather than a reading to interpret, and an ending that is an action —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One page, reached from one entry in the menu. In the platform this replaces,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31</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PAGES</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4</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6</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pic>
        <p:nvPicPr>
          <p:cNvPr id="4" name="Image 0" descr="/home/user/adafsa-mockup/.deck-work/OV.jpg">    </p:cNvPr>
          <p:cNvPicPr>
            <a:picLocks noChangeAspect="1"/>
          </p:cNvPicPr>
          <p:nvPr/>
        </p:nvPicPr>
        <p:blipFill>
          <a:blip r:embed="rId1"/>
          <a:stretch>
            <a:fillRect/>
          </a:stretch>
        </p:blipFill>
        <p:spPr>
          <a:xfrm>
            <a:off x="460084" y="1374484"/>
            <a:ext cx="7845382" cy="5407479"/>
          </a:xfrm>
          <a:prstGeom prst="rect">
            <a:avLst/>
          </a:prstGeom>
        </p:spPr>
      </p:pic>
      <p:sp>
        <p:nvSpPr>
          <p:cNvPr id="6" name="Text 2"/>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3"/>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pic>
        <p:nvPicPr>
          <p:cNvPr id="4" name="Image 0" descr="/home/user/adafsa-mockup/.deck-work/C1.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1-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pic>
        <p:nvPicPr>
          <p:cNvPr id="4" name="Image 0" descr="/home/user/adafsa-mockup/.deck-work/C2.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2-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pic>
        <p:nvPicPr>
          <p:cNvPr id="4" name="Image 0" descr="/home/user/adafsa-mockup/.deck-work/C3.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3-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pic>
        <p:nvPicPr>
          <p:cNvPr id="4" name="Image 0" descr="/home/user/adafsa-mockup/.deck-work/T1.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1-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pic>
        <p:nvPicPr>
          <p:cNvPr id="4" name="Image 0" descr="/home/user/adafsa-mockup/.deck-work/T2.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2-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pic>
        <p:nvPicPr>
          <p:cNvPr id="4" name="Image 0" descr="/home/user/adafsa-mockup/.deck-work/T3.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3-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pic>
        <p:nvPicPr>
          <p:cNvPr id="4" name="Image 0" descr="/home/user/adafsa-mockup/.deck-work/L1.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L1-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pic>
        <p:nvPicPr>
          <p:cNvPr id="4" name="Image 0" descr="/home/user/adafsa-mockup/.deck-work/L2.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L2-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pic>
        <p:nvPicPr>
          <p:cNvPr id="4" name="Image 0" descr="/home/user/adafsa-mockup/.deck-work/L3.jpg">    </p:cNvPr>
          <p:cNvPicPr>
            <a:picLocks noChangeAspect="1"/>
          </p:cNvPicPr>
          <p:nvPr/>
        </p:nvPicPr>
        <p:blipFill>
          <a:blip r:embed="rId1"/>
          <a:stretch>
            <a:fillRect/>
          </a:stretch>
        </p:blipFill>
        <p:spPr>
          <a:xfrm>
            <a:off x="460084" y="1374484"/>
            <a:ext cx="7845382" cy="5407479"/>
          </a:xfrm>
          <a:prstGeom prst="rect">
            <a:avLst/>
          </a:prstGeom>
        </p:spPr>
      </p:pic>
      <p:sp>
        <p:nvSpPr>
          <p:cNvPr id="6" name="Text 2"/>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3"/>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pic>
        <p:nvPicPr>
          <p:cNvPr id="4" name="Image 0" descr="/home/user/adafsa-mockup/.deck-work/I1.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I1-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pic>
        <p:nvPicPr>
          <p:cNvPr id="4" name="Image 0" descr="/home/user/adafsa-mockup/.deck-work/I2.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I2-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pic>
        <p:nvPicPr>
          <p:cNvPr id="4" name="Image 0" descr="/home/user/adafsa-mockup/.deck-work/W1.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W1-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pic>
        <p:nvPicPr>
          <p:cNvPr id="4" name="Image 0" descr="/home/user/adafsa-mockup/.deck-work/W2.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W2-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pic>
        <p:nvPicPr>
          <p:cNvPr id="4" name="Image 0" descr="/home/user/adafsa-mockup/.deck-work/Y1.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Y1-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pic>
        <p:nvPicPr>
          <p:cNvPr id="4" name="Image 0" descr="/home/user/adafsa-mockup/.deck-work/Y2.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Y2-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pic>
        <p:nvPicPr>
          <p:cNvPr id="4" name="Image 0" descr="/home/user/adafsa-mockup/.deck-work/F1.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F1-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pic>
        <p:nvPicPr>
          <p:cNvPr id="4" name="Image 0" descr="/home/user/adafsa-mockup/.deck-work/F2.jpg">    </p:cNvPr>
          <p:cNvPicPr>
            <a:picLocks noChangeAspect="1"/>
          </p:cNvPicPr>
          <p:nvPr/>
        </p:nvPicPr>
        <p:blipFill>
          <a:blip r:embed="rId1"/>
          <a:stretch>
            <a:fillRect/>
          </a:stretch>
        </p:blipFill>
        <p:spPr>
          <a:xfrm>
            <a:off x="473732" y="1388132"/>
            <a:ext cx="6843223" cy="4716735"/>
          </a:xfrm>
          <a:prstGeom prst="rect">
            <a:avLst/>
          </a:prstGeom>
        </p:spPr>
      </p:pic>
      <p:sp>
        <p:nvSpPr>
          <p:cNvPr id="5" name="Text 2"/>
          <p:cNvSpPr/>
          <p:nvPr/>
        </p:nvSpPr>
        <p:spPr>
          <a:xfrm>
            <a:off x="566928" y="613968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7790688" y="148132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F2-tail.jpg">    </p:cNvPr>
          <p:cNvPicPr>
            <a:picLocks noChangeAspect="1"/>
          </p:cNvPicPr>
          <p:nvPr/>
        </p:nvPicPr>
        <p:blipFill>
          <a:blip r:embed="rId2"/>
          <a:stretch>
            <a:fillRect/>
          </a:stretch>
        </p:blipFill>
        <p:spPr>
          <a:xfrm>
            <a:off x="7758044" y="172300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pic>
        <p:nvPicPr>
          <p:cNvPr id="4" name="Image 0" descr="/home/user/adafsa-mockup/.deck-work/F3.jpg">    </p:cNvPr>
          <p:cNvPicPr>
            <a:picLocks noChangeAspect="1"/>
          </p:cNvPicPr>
          <p:nvPr/>
        </p:nvPicPr>
        <p:blipFill>
          <a:blip r:embed="rId1"/>
          <a:stretch>
            <a:fillRect/>
          </a:stretch>
        </p:blipFill>
        <p:spPr>
          <a:xfrm>
            <a:off x="460084" y="1374484"/>
            <a:ext cx="7845382" cy="5407479"/>
          </a:xfrm>
          <a:prstGeom prst="rect">
            <a:avLst/>
          </a:prstGeom>
        </p:spPr>
      </p:pic>
      <p:sp>
        <p:nvSpPr>
          <p:cNvPr id="6" name="Text 2"/>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3"/>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pic>
        <p:nvPicPr>
          <p:cNvPr id="4" name="Image 0" descr="/home/user/adafsa-mockup/.deck-work/S1.jpg">    </p:cNvPr>
          <p:cNvPicPr>
            <a:picLocks noChangeAspect="1"/>
          </p:cNvPicPr>
          <p:nvPr/>
        </p:nvPicPr>
        <p:blipFill>
          <a:blip r:embed="rId1"/>
          <a:stretch>
            <a:fillRect/>
          </a:stretch>
        </p:blipFill>
        <p:spPr>
          <a:xfrm>
            <a:off x="460084" y="1374484"/>
            <a:ext cx="7845382" cy="5407479"/>
          </a:xfrm>
          <a:prstGeom prst="rect">
            <a:avLst/>
          </a:prstGeom>
        </p:spPr>
      </p:pic>
      <p:sp>
        <p:nvSpPr>
          <p:cNvPr id="6" name="Text 2"/>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3"/>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2026-09-05T23:25:21Z</dcterms:created>
  <dcterms:modified xsi:type="dcterms:W3CDTF">2026-09-05T23:25:21Z</dcterms:modified>
</cp:coreProperties>
</file>