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health, crops and orchards
A short tour of our farm monitoring website
Bitki sağlamlığı, əkinlər və bağlar
Təsərrüfat monitorinqi saytımıza qısa baxış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your farms on one page
The first page. It shows what is grown in the whole region, and where.
1. The menu — Flexible modules and in-depth navigation.
2. Extensive filtering — Analyse farms that grow specific crops or trees.
3. At a glance metrics — Understand how many farms are tracked, and how much area is being used.
4. Where the farms are — Each circle is a group of farms. Zoom in to split it.
Bütün təsərrüfatlar bir səhifədə
İlk səhifə. Bütün bölgədə nəyin və harada becərildiyini göstərir.
1. Menyu — Çevik modullar və ətraflı naviqasiya.
2. Geniş filtrləmə — Müəyyən bitki və ya ağac becərən təsərrüfatları təhlil edin.
3. Bir baxışda göstəricilər — Neçə təsərrüfatın izləndiyini və nə qədər ərazinin istifadə olunduğunu anlayın.
4. Təsərrüfatlar haradadır — Hər dairə bir qrup təsərrüfatdır. Bölmək üçün yaxınlaşdırın.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grows where
The field crops on every farm: which crop, on how much land, and on which farm.
1. Filter specific crop groups — Tick a group, or open it to pick specific crops.
2. Coloured by crop — Each dot is a farm, in the colour of its main crop.
Harada nə becərilir
Hər təsərrüfatda tarla bitkiləri: hansı bitki, nə qədər torpaqda və hansı təsərrüfatda.
1. Bitki qruplarını filtrləyin — Qrupu seçin və ya açıb konkret bitkiləri seçin.
2. Bitkiyə görə rəng — Hər nöqtə bir təsərrüfatdır, əsas bitkisinin rəngində.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tree, in every orchard
The satellite finds each tree, counts it, and tells its kind.
1. All trees, counted — From fruit trees to forest trees.
2. One dot, one tree — Zoom in to a farm. The colour of a dot is its variety.
Hər bağda hər ağac
Peyk hər ağacı tapır, sayır və onun növünü deyir.
1. Bütün ağaclar sayılır — Meyvə ağaclarından meşə ağaclarına qədər.
2. Bir nöqtə, bir ağac — Təsərrüfata yaxınlaşın. Nöqtənin rəngi sortu göstərir.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health, farm by farm
The satellite measures how green and strong the trees are. A low score is an early warning.
1. A score from 0 to 100 — For crops and fruit trees.
2. Who to visit first — Here: 6 farms have very stressed crops.
3. Four levels — Healthy, fair, stressed, very stressed.
4. Health on the map — The score of each area. Zoom in to see each farm.
Hər təsərrüfatda bitki sağlamlığı
Peyk ağacların nə qədər yaşıl və güclü olduğunu ölçür. Aşağı bal erkən xəbərdarlıqdır.
1. 0-dan 100-ə qədər bal — Əkinlər və meyvə ağacları üçün.
2. Əvvəlcə kimə baş çəkmək — Burada: 6 təsərrüfatda əkinlər çox zəifdir.
3. Dörd səviyyə — Sağlam, orta, zəif, çox zəif.
4. Xəritədə sağlamlıq — Hər ərazinin balı. Hər təsərrüfatı görmək üçün yaxınlaşdırın.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farm, everything in one place
Open any farm. You see its land, crops, trees and water, and what needs attention.
1. The farm in numbers — Size, land in use, trees, and how many problems.
2. What is wrong — Here: the trees look very stressed.
3. What it grows now — Each crop, and how much land it takes.
4. Its trees — Here: 59 palms, with a health score of 46.
Bir təsərrüfat, hər şey bir yerdə
İstənilən təsərrüfatı açın. Torpağını, bitkilərini, ağaclarını, suyunu və problemlərini görürsünüz.
1. Rəqəmlərlə təsərrüfat — Ölçü, istifadə olunan torpaq, ağaclar və problemlərin sayı.
2. Nə problem var — Burada: ağaclar çox zəif görünür.
3. İndi nə becərir — Hər bitki və onun tutduğu torpaq.
4. Ağacları — Burada: 59 xurma palması, sağlamlıq balı 46.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a score to a farm visit
What to check on this farm. The website does not name the disease. It shows where to look.
1. Most urgent first — Each problem, with a short reason.
2. What to do — Look for lack of water, salt in the soil, or pests.
3. Take it to the farm — Print one page for the visit.
Baldan təsərrüfat ziyarətinə
Bu təsərrüfatda nəyi yoxlamaq lazımdır. Sayt xəstəliyin adını demir. Harada baxmağı göstərir.
1. Ən təcili birinci — Hər problem və qısa səbəbi.
2. Nə etməli — Su çatışmazlığını, torpaqda duzu və ya zərərvericiləri axtarın.
3. Təsərrüfata aparın — Ziyarət üçün bir səhifə çap 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satellite to the farm visit
Peykdən təsərrüfat ziyarətinə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pic>
        <p:nvPicPr>
          <p:cNvPr id="3" name="Image 0" descr="/home/user/adafsa-mockup/.deck-work/tour/orchards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87804"/>
            <a:ext cx="5059375" cy="3082392"/>
          </a:xfrm>
          <a:prstGeom prst="rect">
            <a:avLst/>
          </a:prstGeom>
        </p:spPr>
      </p:pic>
      <p:pic>
        <p:nvPicPr>
          <p:cNvPr id="4" name="Image 1" descr="/home/user/adafsa-mockup/assets/brand/wafra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1792"/>
            <a:ext cx="1630245" cy="52120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178308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09397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crops and orchards</a:t>
            </a:r>
            <a:endParaRPr lang="en-US" sz="27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267919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tour of our farm monitoring website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0449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teams who look after hundreds of farms at once.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79476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10565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sağlamlığı, əkinlər və bağlar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469087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 monitorinqi saytımıza qısa baxış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566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Eyni anda yüzlərlə təsərrüfata baxan komandalar üçün.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61264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 are from the English version of the website, with sample data.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Ekranlar saytın ingilis dilindəki versiyasındandır, nümunə məlumatlarla.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27669" y="3771677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8656558" y="2485089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3841264" y="297950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032591" y="441407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your farms on one page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page. It shows what is grown in the whole region, and where.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menu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modules and in-depth navigation.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 filtering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farms that grow specific crops or trees.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 metrics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many farms are tracked, and how much area is being used.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farms are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circle is a group of farms. Zoom in to split it.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təsərrüfatlar bir səhifədə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səhifə. Bütün bölgədə nəyin və harada becərildiyini göstərir.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Çevik modullar və ətraflı naviqasiya.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 filtrləmə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Müəyyən bitki və ya ağac becərən təsərrüfatları təhlil edin.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baxışda göstəricilər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Neçə təsərrüfatın izləndiyini və nə qədər ərazinin istifadə olunduğunu anlayın.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Təsərrüfatlar haradadır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dairə bir qrup təsərrüfatdır. Bölmək üçün yaxınlaşdırın.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cro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42944" y="2561510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361011" y="362879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grows where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crops on every farm: which crop, on how much land, and on which farm.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specific crop groups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a group, or open it to pick specific crops.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by crop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farm, in the colour of its main crop.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Harada nə becərilir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təsərrüfatda tarla bitkiləri: hansı bitki, nə qədər torpaqda və hansı təsərrüfatda.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960559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qruplarını filtrləyin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Qrupu seçin və ya açıb konkret bitkiləri seçin.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631375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960559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Bitkiyə görə rəng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nöqtə bir təsərrüfatdır, əsas bitkisinin rəngində.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orcha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06263" y="305592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863765" y="4296894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tree, in every orchard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satellite finds each tree, counts it, and tells its kind.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trees, counted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fruit trees to forest trees.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dot, one tree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in to a farm. The colour of a dot is its variety.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bağda hər ağac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hər ağacı tapır, sayır və onun növünü deyir.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960559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ağaclar sayılır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Meyvə ağaclarından meşə ağaclarına qədər.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631375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960559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nöqtə, bir ağac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Təsərrüfata yaxınlaşın. Nöqtənin rəngi sortu göstərir.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heal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75048" y="305592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859275" y="326405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3369353" y="371679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471247" y="492053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farm by farm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satellite measures how green and strong the trees are. A low score is an early warning.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from 0 to 100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crops and fruit trees.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visit first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6 farms have very stressed crops.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levels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fair, stressed, very stressed.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on the map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of each area. Zoom in to see each farm.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təsərrüfatda bitki sağlamlığı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ağacların nə qədər yaşıl və güclü olduğunu ölçür. Aşağı bal erkən xəbərdarlıqdır.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0-dan 100-ə qədər bal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Əkinlər və meyvə ağacları üçün.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Əvvəlcə kimə baş çəkmək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Burada: 6 təsərrüfatda əkinlər çox zəifdir.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Dörd səviyyə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Sağlam, orta, zəif, çox zəif.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Xəritədə sağlamlıq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ərazinin balı. Hər təsərrüfatı görmək üçün yaxınlaşdırın.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fa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21303" y="2842877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670722" y="30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125126" y="343195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369353" y="5149100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farm, everything in one place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farm. You see its land, crops, trees and water, and what needs attention.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 in numbers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land in use, trees, and how many problems.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the trees look very stressed.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grows now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crop, and how much land it takes.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trees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59 palms, with a health score of 46.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təsərrüfat, hər şey bir yerdə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İstənilən təsərrüfatı açın. Torpağını, bitkilərini, ağaclarını, suyunu və problemlərini görürsünüz.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Rəqəmlərlə təsərrüfat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Ölçü, istifadə olunan torpaq, ağaclar və problemlərin sayı.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problem var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Burada: ağaclar çox zəif görünür.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 nə becərir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bitki və onun tutduğu torpaq.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Ağacları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Burada: 59 xurma palması, sağlamlıq balı 46.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ac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69353" y="304753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3415668" y="3502004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512256" y="2479300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score to a farm visit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this farm. The website does not name the disease. It shows where to look.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urgent first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problem, with a short reason.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lack of water, salt in the soil, or pests.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45584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" y="446041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to the farm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one page for the visit.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Baldan təsərrüfat ziyarətinə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təsərrüfatda nəyi yoxlamaq lazımdır. Sayt xəstəliyin adını demir. Harada baxmağı göstərir.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960559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Ən təcili birinci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problem və qısa səbəbi.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631375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960559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etməli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çatışmazlığını, torpaqda duzu və ya zərərvericiləri axtarın.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631375" y="445584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960559" y="446041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Təsərrüfata aparın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Ziyarət üçün bir səhifə çap edin.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4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satellite to the farm visit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15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Peykdən təsərrüfat ziyarətinə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414016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35631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 every farm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satellite imagery.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təsərrüfatı izləyirik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şəkillərindən.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423" y="356616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86607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760927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375" y="241401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6438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3760927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counts and scores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Crops, trees and plant health.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760927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Süni intellekt sayır və qiymətləndirir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Bitkilər, ağaclar və bitki sağlamlığı.</a:t>
            </a:r>
            <a:endParaRPr lang="en-US" sz="14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230" y="3566160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87414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561734" y="2258568"/>
            <a:ext cx="676656" cy="676656"/>
          </a:xfrm>
          <a:prstGeom prst="ellipse">
            <a:avLst/>
          </a:prstGeom>
          <a:solidFill>
            <a:srgbClr val="114230"/>
          </a:solidFill>
          <a:ln w="12700">
            <a:solidFill>
              <a:srgbClr val="114230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7182" y="2414016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37246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6561734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ranks the farms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that need help come first.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561734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Sayt təsərrüfatları sıralayır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Köməyə ehtiyacı olanlar birinci gəlir.</a:t>
            </a:r>
            <a:endParaRPr lang="en-US" sz="1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9038" y="3566160"/>
            <a:ext cx="274320" cy="27432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088222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9362542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7990" y="2414016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938053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0"/>
          <p:cNvSpPr txBox="1"/>
          <p:nvPr/>
        </p:nvSpPr>
        <p:spPr>
          <a:xfrm>
            <a:off x="9362542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reaches out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relevant suggestions and a plan of action.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9362542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Komandanız əlaqə saxlayır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Uyğun tövsiyələr və fəaliyyət planı ilə.</a:t>
            </a:r>
            <a:endParaRPr lang="en-US" sz="1400" dirty="0"/>
          </a:p>
        </p:txBody>
      </p:sp>
      <p:sp>
        <p:nvSpPr>
          <p:cNvPr id="32" name="Text 22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 health, crops and orchards — a short tour</dc:title>
  <dc:subject>PptxGenJS Presentation</dc:subject>
  <dc:creator>Wafra Greentech</dc:creator>
  <cp:lastModifiedBy>Wafra Greentech</cp:lastModifiedBy>
  <cp:revision>1</cp:revision>
  <dcterms:created xsi:type="dcterms:W3CDTF">2026-09-25T08:59:32Z</dcterms:created>
  <dcterms:modified xsi:type="dcterms:W3CDTF">2026-09-25T08:59:32Z</dcterms:modified>
</cp:coreProperties>
</file>