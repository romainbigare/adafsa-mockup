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health, crops and orchards
A short tour of our farm monitoring website
Bitki sağlamlığı, əkinlər və bağlar
Təsərrüfat monitorinqi saytımıza qısa baxış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your farms on one page
The first page. It shows what is grown in the whole region, and where.
1. Choose what to count — A region, and the crop groups: cereals, fodder, vegetables, palms, fruit trees.
2. The big numbers — Farms, land, and land in use. 10 dunums = 1 hectare.
3. Where the farms are — Each circle is a number of farms. Zoom in, and it splits.
4. What is grown — Each crop group, by land and by number of farms.
Bütün təsərrüfatlarınız bir səhifədə
İlk səhifə. Bütün bölgədə nəyin və harada becərildiyini göstərir.
1. Nəyi sayacağınızı seçin — Bölgə və bitki qrupları: dənli, yem, tərəvəz, xurma, meyvə ağacları.
2. Əsas rəqəmlər — Təsərrüfatlar, torpaq və istifadə olunan torpaq. 10 dönüm = 1 hektar.
3. Təsərrüfatlar haradadır — Hər dairə bir neçə təsərrüfatdır. Yaxınlaşdırın, dairə bölünür.
4. Nə becərilir — Hər bitki qrupu: torpağa və təsərrüfat sayına görə.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grows where
The field crops on every farm: which crop, on how much land, and on which farm.
1. Open a crop group — Tick a group, or open it and pick one crop, like alfalfa or tomato.
2. Coloured by crop — Each dot is a farm. The colour is its main crop group.
3. Land for each crop — Dunums and share. Click a group to see its crops.
Harada nə becərilir
Hər təsərrüfatda tarla bitkiləri: hansı bitki, nə qədər torpaqda və hansı təsərrüfatda.
1. Bitki qrupunu açın — Qrupu seçin və ya açıb bir bitki seçin, məsələn, yonca və ya pomidor.
2. Bitkiyə görə rəng — Hər nöqtə bir təsərrüfatdır. Rəng onun əsas bitki qrupudur.
3. Hər bitkinin torpağı — Dönüm və pay. Bitkiləri görmək üçün qrupa klikləyin.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tree, in every orchard
The satellite finds each tree, counts it, and tells its kind.
1. All trees, counted — Date palms, fruit trees and forest trees.
2. One dot, one tree — Zoom in to a farm. The colour of the dot is the variety.
3. Which variety — Each colour is one variety of palm or fruit tree.
4. Land under trees — Dunums of palms, fruit trees and forest trees.
Hər bağda hər ağac
Peyk hər ağacı tapır, sayır və onun növünü deyir.
1. Bütün ağaclar sayılır — Xurma palmaları, meyvə ağacları və meşə ağacları.
2. Bir nöqtə, bir ağac — Təsərrüfata yaxınlaşın. Nöqtənin rəngi sortu göstərir.
3. Hansı sort — Hər rəng bir xurma və ya meyvə ağacı sortudur.
4. Ağacların torpağı — Xurma, meyvə və meşə ağaclarının dönümü.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health, farm by farm
The satellite measures how green and strong the trees are. A low score is an early warning.
1. A score from 0 to 100 — For palms and for fruit trees. 80 or more is healthy.
2. Who to visit first — Here: 6 farms have very stressed trees.
3. Four levels — Healthy, fair, stressed, very stressed. Green is good, red is bad.
4. Health on the map — The score of each area. Zoom in to see each farm.
Bitki sağlamlığı, təsərrüfat-təsərrüfat
Peyk ağacların nə qədər yaşıl və güclü olduğunu ölçür. Aşağı bal erkən xəbərdarlıqdır.
1. 0-dan 100-ə qədər bal — Xurma və meyvə ağacları üçün. 80 və yuxarı sağlamdır.
2. Əvvəlcə kimə baş çəkmək — Burada: 6 təsərrüfatda ağaclar çox zəifdir.
3. Dörd səviyyə — Sağlam, orta, zəif, çox zəif. Yaşıl yaxşıdır, qırmızı pisdir.
4. Xəritədə sağlamlıq — Hər ərazinin balı. Hər təsərrüfatı görmək üçün yaxınlaşdırın.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farm, everything in one place
Open any farm. You see its land, crops, trees and water, and what needs attention.
1. The farm in numbers — Size, land in use, trees, and how many problems.
2. What is wrong — Here: the trees look very stressed.
3. Where it is — The farm’s real boundary, on the satellite picture.
4. What it grows now — Each crop, and how much land it takes.
Bir təsərrüfat, hər şey bir yerdə
İstənilən təsərrüfatı açın. Torpağını, bitkilərini, ağaclarını, suyunu və problemlərini görürsünüz.
1. Rəqəmlərlə təsərrüfat — Ölçü, istifadə olunan torpaq, ağaclar və problemlərin sayı.
2. Nə problem var — Burada: ağaclar çox zəif görünür.
3. Harada yerləşir — Təsərrüfatın həqiqi sərhədi, peyk şəklində.
4. İndi nə becərir — Hər bitki və onun tutduğu torpaq.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 score to a farm visit
What to check on this farm. The website does not name the disease. It shows where to look.
1. Most urgent first — Each problem, with a short reason in plain words.
2. What to do — Here: look for lack of water, salt in the soil, or pests.
3. Take it to the farm — Print one page for the visit.
4. A possible cause — Here the farm used only 70% of the water it is allowed.
Baldan təsərrüfat ziyarətinə
Bu təsərrüfatda nəyi yoxlamaq lazımdır. Sayt xəstəliyin adını demir. Harada baxmağı göstərir.
1. Ən təcili birinci — Hər problem və sadə sözlərlə qısa səbəbi.
2. Nə etməli — Burada: su çatışmazlığını, torpaqda duzu və ya zərərvericiləri axtarın.
3. Təsərrüfata aparın — Ziyarət üçün bir səhifə çap edin.
4. Mümkün səbəb — Burada təsərrüfat ona ayrılan suyun yalnız 70 faizini istifadə edib.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satellite to the farm visit
Peykdən təsərrüfat ziyarətinə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</p:spPr>
      </p:sp>
      <p:pic>
        <p:nvPicPr>
          <p:cNvPr id="3" name="Image 0" descr="/home/user/adafsa-mockup/.deck-work/tour/orchards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1284" y="640080"/>
            <a:ext cx="3955766" cy="5577840"/>
          </a:xfrm>
          <a:prstGeom prst="rect">
            <a:avLst/>
          </a:prstGeom>
        </p:spPr>
      </p:pic>
      <p:pic>
        <p:nvPicPr>
          <p:cNvPr id="4" name="Image 1" descr="/home/user/adafsa-mockup/assets/brand/wafr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1792"/>
            <a:ext cx="1630245" cy="5212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17830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20939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1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health, crops and orchards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26791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tour of our farm monitoring website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0449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who look after hundreds of farms at once.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794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10565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1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 sağlamlığı, əkinlər və bağlar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4690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Təsərrüfat monitorinqi saytımıza qısa baxış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0566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Eyni anda yüzlərlə təsərrüfata baxan komandalar üçün.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61264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are from the English version of the website, with sample data.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Ekranlar saytın ingilis dilindəki versiyasındandır, nümunə məlumatlarla.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afsa-mockup/.deck-work/tour/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843" y="411480"/>
            <a:ext cx="4280010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68272" y="807468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3968272" y="147321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070177" y="27328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968272" y="4717719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farms on one page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page. It shows what is grown in the whole region, and where.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6968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to count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region, and the crop groups: cereals, fodder, vegetables, palms, fruit trees.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7492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86968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numbers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Farms, land, and land in use. 10 dunums = 1 hectare.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07492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farms are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circle is a number of farms. Zoom in, and it splits.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07492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grown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crop group, by land and by number of farms.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555892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555892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təsərrüfatlarınız bir səhifədə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555892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səhifə. Bütün bölgədə nəyin və harada becərildiyini göstərir.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60464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939940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Nəyi sayacağınızı seçin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Bölgə və bitki qrupları: dənli, yem, tərəvəz, xurma, meyvə ağacları.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560464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939940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Əsas rəqəmlər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Təsərrüfatlar, torpaq və istifadə olunan torpaq. 10 dönüm = 1 hektar.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560464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939940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Təsərrüfatlar haradadır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dairə bir neçə təsərrüfatdır. Yaxınlaşdırın, dairə bölünür.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560464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939940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becərilir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bitki qrupu: torpağa və təsərrüfat sayına görə.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afsa-mockup/.deck-work/tour/cro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843" y="411480"/>
            <a:ext cx="4280010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66827" y="87399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135137" y="245599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968272" y="478424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grows where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crops on every farm: which crop, on how much land, and on which farm.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2807208"/>
            <a:ext cx="27488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crop group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 group, or open it and pick one crop, like alfalfa or tomato.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86968" y="3831336"/>
            <a:ext cx="27488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by crop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farm. The colour is its main crop group.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07492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4855464"/>
            <a:ext cx="27488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for each crop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Dunums and share. Click a group to see its crops.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555892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555892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Harada nə becərilir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555892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təsərrüfatda tarla bitkiləri: hansı bitki, nə qədər torpaqda və hansı təsərrüfatda.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60464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939940" y="2807208"/>
            <a:ext cx="27488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 qrupunu açın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Qrupu seçin və ya açıb bir bitki seçin, məsələn, yonca və ya pomidor.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560464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939940" y="3831336"/>
            <a:ext cx="27488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Bitkiyə görə rəng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nöqtə bir təsərrüfatdır. Rəng onun əsas bitki qrupudur.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560464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939940" y="4855464"/>
            <a:ext cx="27488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bitkinin torpağı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Dönüm və pay. Bitkiləri görmək üçün qrupa klikləyin.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afsa-mockup/.deck-work/tour/orchar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843" y="411480"/>
            <a:ext cx="4280010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68272" y="149090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418068" y="3731717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691072" y="257736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968272" y="5124985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tree, in every orchard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satellite finds each tree, counts it, and tells its kind.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6968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trees, counted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palms, fruit trees and forest trees.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7492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86968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dot, one tree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to a farm. The colour of the dot is the variety.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07492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variety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colour is one variety of palm or fruit tree.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07492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under trees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Dunums of palms, fruit trees and forest trees.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555892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555892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bağda hər ağac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555892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Peyk hər ağacı tapır, sayır və onun növünü deyir.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60464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939940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ağaclar sayılır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Xurma palmaları, meyvə ağacları və meşə ağacları.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560464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939940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nöqtə, bir ağac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Təsərrüfata yaxınlaşın. Nöqtənin rəngi sortu göstərir.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560464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939940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Hansı sort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rəng bir xurma və ya meyvə ağacı sortudur.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560464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939940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Ağacların torpağı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Xurma, meyvə və meşə ağaclarının dönümü.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afsa-mockup/.deck-work/tour/heal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843" y="411480"/>
            <a:ext cx="4280010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68272" y="153973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3968272" y="201016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968272" y="2523931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070177" y="526772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health, farm by farm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satellite measures how green and strong the trees are. A low score is an early warning.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6968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from 0 to 100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palms and for fruit trees. 80 or more is healthy.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7492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86968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visit first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6 farms have very stressed trees.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07492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Healthy, fair, stressed, very stressed. Green is good, red is bad.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07492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on the map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of each area. Zoom in to see each farm.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555892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555892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 sağlamlığı, təsərrüfat-təsərrüfat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555892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Peyk ağacların nə qədər yaşıl və güclü olduğunu ölçür. Aşağı bal erkən xəbərdarlıqdır.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60464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939940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0-dan 100-ə qədər bal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Xurma və meyvə ağacları üçün. 80 və yuxarı sağlamdır.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560464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939940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Əvvəlcə kimə baş çəkmək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Burada: 6 təsərrüfatda ağaclar çox zəifdir.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560464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939940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 səviyyə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Sağlam, orta, zəif, çox zəif. Yaşıl yaxşıdır, qırmızı pisdir.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560464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939940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Xəritədə sağlamlıq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ərazinin balı. Hər təsərrüfatı görmək üçün yaxınlaşdırın.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afsa-mockup/.deck-work/tour/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843" y="411480"/>
            <a:ext cx="4280010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68272" y="102808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3968272" y="194328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968272" y="2353735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968272" y="4452695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farm, everything in one place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farm. You see its land, crops, trees and water, and what needs attention.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6968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 in numbers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land in use, trees, and how many problems.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7492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86968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the trees look very stressed.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07492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farm’s real boundary, on the satellite picture.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07492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grows now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crop, and how much land it takes.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555892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555892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təsərrüfat, hər şey bir yerdə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555892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İstənilən təsərrüfatı açın. Torpağını, bitkilərini, ağaclarını, suyunu və problemlərini görürsünüz.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60464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939940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Rəqəmlərlə təsərrüfat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Ölçü, istifadə olunan torpaq, ağaclar və problemlərin sayı.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560464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939940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problem var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Burada: ağaclar çox zəif görünür.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560464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939940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Harada yerləşir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Təsərrüfatın həqiqi sərhədi, peyk şəklində.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560464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939940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 nə becərir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bitki və onun tutduğu torpaq.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afsa-mockup/.deck-work/tour/ac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843" y="411480"/>
            <a:ext cx="4280010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68272" y="188384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047532" y="24393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7999181" y="56544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968272" y="347044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score to a farm visit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 on this farm. The website does not name the disease. It shows where to look.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6968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urgent first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problem, with a short reason in plain words.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7492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86968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look for lack of water, salt in the soil, or pests.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07492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to the farm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page for the visit.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07492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cause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farm used only 70% of the water it is allowed.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555892" y="502920"/>
            <a:ext cx="3132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555892" y="786384"/>
            <a:ext cx="3132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Baldan təsərrüfat ziyarətinə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555892" y="1664208"/>
            <a:ext cx="3132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təsərrüfatda nəyi yoxlamaq lazımdır. Sayt xəstəliyin adını demir. Harada baxmağı göstərir.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60464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939940" y="280720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 təcili birinci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problem və sadə sözlərlə qısa səbəbi.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560464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939940" y="369874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etməli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Burada: su çatışmazlığını, torpaqda duzu və ya zərərvericiləri axtarın.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560464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939940" y="459028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Təsərrüfata aparın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Ziyarət üçün bir səhifə çap edin.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560464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939940" y="5481828"/>
            <a:ext cx="274883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Mümkün səbəb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 təsərrüfat ona ayrılan suyun yalnız 70 faizini istifadə edib.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4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satellite to the farm visit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Peykdən təsərrüfat ziyarətinə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416759" cy="3474720"/>
          </a:xfrm>
          <a:prstGeom prst="roundRect">
            <a:avLst>
              <a:gd name="adj" fmla="val 5297"/>
            </a:avLst>
          </a:prstGeom>
          <a:solidFill>
            <a:srgbClr val="145C40"/>
          </a:solidFill>
          <a:ln w="12700">
            <a:solidFill>
              <a:srgbClr val="145C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58568"/>
            <a:ext cx="676656" cy="676656"/>
          </a:xfrm>
          <a:prstGeom prst="ellipse">
            <a:avLst/>
          </a:prstGeom>
          <a:solidFill>
            <a:srgbClr val="1B7350"/>
          </a:solidFill>
          <a:ln w="12700">
            <a:solidFill>
              <a:srgbClr val="1B73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140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535631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08960"/>
            <a:ext cx="18681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 every farm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satellite, every season.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251960"/>
            <a:ext cx="18681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təsərrüfatı izləyirik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Peykdən, hər mövsüm.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423" y="35661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86607" y="1965960"/>
            <a:ext cx="2416759" cy="3474720"/>
          </a:xfrm>
          <a:prstGeom prst="roundRect">
            <a:avLst>
              <a:gd name="adj" fmla="val 5297"/>
            </a:avLst>
          </a:prstGeom>
          <a:solidFill>
            <a:srgbClr val="145C40"/>
          </a:solidFill>
          <a:ln w="12700">
            <a:solidFill>
              <a:srgbClr val="145C4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60927" y="2258568"/>
            <a:ext cx="676656" cy="676656"/>
          </a:xfrm>
          <a:prstGeom prst="ellipse">
            <a:avLst/>
          </a:prstGeom>
          <a:solidFill>
            <a:srgbClr val="1B7350"/>
          </a:solidFill>
          <a:ln w="12700">
            <a:solidFill>
              <a:srgbClr val="1B735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375" y="241401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6438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3760927" y="3108960"/>
            <a:ext cx="18681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counts and scores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Crops, trees and plant health.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760927" y="4251960"/>
            <a:ext cx="18681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Süni intellekt sayır və qiymətləndirir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Bitkilər, ağaclar və bitki sağlamlığı.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230" y="356616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87414" y="1965960"/>
            <a:ext cx="2416759" cy="3474720"/>
          </a:xfrm>
          <a:prstGeom prst="roundRect">
            <a:avLst>
              <a:gd name="adj" fmla="val 5297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561734" y="2258568"/>
            <a:ext cx="676656" cy="676656"/>
          </a:xfrm>
          <a:prstGeom prst="ellipse">
            <a:avLst/>
          </a:prstGeom>
          <a:solidFill>
            <a:srgbClr val="114230"/>
          </a:solidFill>
          <a:ln w="12700">
            <a:solidFill>
              <a:srgbClr val="11423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182" y="2414016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37246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6561734" y="3108960"/>
            <a:ext cx="18681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ranks the farms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that need help come first.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561734" y="4251960"/>
            <a:ext cx="18681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təsərrüfatları sıralayır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Köməyə ehtiyacı olanlar birinci gəlir.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038" y="356616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88222" y="1965960"/>
            <a:ext cx="2416759" cy="3474720"/>
          </a:xfrm>
          <a:prstGeom prst="roundRect">
            <a:avLst>
              <a:gd name="adj" fmla="val 5297"/>
            </a:avLst>
          </a:prstGeom>
          <a:solidFill>
            <a:srgbClr val="145C40"/>
          </a:solidFill>
          <a:ln w="12700">
            <a:solidFill>
              <a:srgbClr val="145C4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362542" y="2258568"/>
            <a:ext cx="676656" cy="676656"/>
          </a:xfrm>
          <a:prstGeom prst="ellipse">
            <a:avLst/>
          </a:prstGeom>
          <a:solidFill>
            <a:srgbClr val="1B7350"/>
          </a:solidFill>
          <a:ln w="12700">
            <a:solidFill>
              <a:srgbClr val="1B735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7990" y="2414016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938053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0"/>
          <p:cNvSpPr txBox="1"/>
          <p:nvPr/>
        </p:nvSpPr>
        <p:spPr>
          <a:xfrm>
            <a:off x="9362542" y="3108960"/>
            <a:ext cx="18681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visits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page: what to check.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9362542" y="4251960"/>
            <a:ext cx="18681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Komandanız baş çəkir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səhifə ilə: nəyi yoxlamaq lazımdır.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685800" y="57607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live demo of the website.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Növbəti addım: saytın canlı nümayişi.</a:t>
            </a:r>
            <a:endParaRPr lang="en-US" sz="1500" dirty="0"/>
          </a:p>
        </p:txBody>
      </p:sp>
      <p:sp>
        <p:nvSpPr>
          <p:cNvPr id="33" name="Text 23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health, crops and orchards — a short tour</dc:title>
  <dc:subject>PptxGenJS Presentation</dc:subject>
  <dc:creator>Wafra Greentech</dc:creator>
  <cp:lastModifiedBy>Wafra Greentech</cp:lastModifiedBy>
  <cp:revision>1</cp:revision>
  <dcterms:created xsi:type="dcterms:W3CDTF">2026-09-24T23:19:38Z</dcterms:created>
  <dcterms:modified xsi:type="dcterms:W3CDTF">2026-09-24T23:19:38Z</dcterms:modified>
</cp:coreProperties>
</file>